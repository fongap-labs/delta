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Q3 explicitly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Quarterly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up in Q3</a:t>
            </a:r>
          </a:p>
          <a:p>
            <a:r>
              <a:rPr b="1" sz="2400"/>
              <a:t>Margin steady at 40%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Q4 expected to be stronger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